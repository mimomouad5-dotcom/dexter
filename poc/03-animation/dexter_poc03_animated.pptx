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743200" y="2286000"/>
            <a:ext cx="6705295" cy="2286000"/>
          </a:xfrm>
          <a:prstGeom prst="roundRect">
            <a:avLst/>
          </a:prstGeom>
          <a:solidFill>
            <a:srgbClr val="1E293B"/>
          </a:solidFill>
          <a:ln w="381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  <a:latin typeface="Cairo"/>
              </a:defRPr>
            </a:pPr>
            <a:r>
              <a:t>هذا العنصر يحمل حركة ظهور (Appear) وانتقال شريحة (Fade)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always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/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