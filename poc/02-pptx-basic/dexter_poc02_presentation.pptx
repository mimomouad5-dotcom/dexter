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الإنجاز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المرحلة 0</c:v>
                </c:pt>
                <c:pt idx="1">
                  <c:v>المرحلة 1</c:v>
                </c:pt>
                <c:pt idx="2">
                  <c:v>المرحلة 2</c:v>
                </c:pt>
                <c:pt idx="3">
                  <c:v>المرحلة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85</c:v>
                </c:pt>
                <c:pt idx="2">
                  <c:v>70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مستوى الأمان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المرحلة 0</c:v>
                </c:pt>
                <c:pt idx="1">
                  <c:v>المرحلة 1</c:v>
                </c:pt>
                <c:pt idx="2">
                  <c:v>المرحلة 2</c:v>
                </c:pt>
                <c:pt idx="3">
                  <c:v>المرحلة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ملاحظات المتحدث للشرائح الأولى: الترحيب بالحضور واستعراض أهداف المشروع.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ملاحظات المتحدث: استعراض الرسم البياني مع الإشارة إلى أن البيانات قابلة للتحرير المباشر داخل PowerPoint كجدول بيانات أصلي.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4000">
                <a:latin typeface="Cairo"/>
                <a:cs typeface="Cairo"/>
              </a:rPr>
              <a:t>مختبر ديكستر للعروض التقديمية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Dexter Presentation Studio — Native PPTX Architecture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r"/>
            <a:r>
              <a:rPr sz="2800">
                <a:latin typeface="Cairo"/>
                <a:cs typeface="Cairo"/>
              </a:rPr>
              <a:t>العناصر المتقدمة والرسوم البيانية الأصلية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2011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 rtl="1"/>
            <a:r>
              <a:rPr sz="1600">
                <a:latin typeface="Cairo"/>
                <a:cs typeface="Cairo"/>
              </a:rPr>
              <a:t>بطاقة معيار الجودة (n26)</a:t>
            </a:r>
          </a:p>
          <a:p>
            <a:pPr rtl="1" algn="r"/>
            <a:r>
              <a:rPr sz="1300">
                <a:latin typeface="Cairo"/>
                <a:cs typeface="Cairo"/>
              </a:rPr>
              <a:t>• تباين WCAG 4.5:1</a:t>
            </a:r>
            <a:br/>
            <a:r>
              <a:rPr sz="1300">
                <a:latin typeface="Cairo"/>
                <a:cs typeface="Cairo"/>
              </a:rPr>
              <a:t>• انضباط حدود النصوص</a:t>
            </a:r>
            <a:br/>
            <a:r>
              <a:rPr sz="1300">
                <a:latin typeface="Cairo"/>
                <a:cs typeface="Cairo"/>
              </a:rPr>
              <a:t>• تنسيق قابل للتحرير 100%</a:t>
            </a:r>
          </a:p>
        </p:txBody>
      </p:sp>
      <p:pic>
        <p:nvPicPr>
          <p:cNvPr id="4" name="Picture 3" descr="sample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31920"/>
            <a:ext cx="3200400" cy="237744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1645920"/>
          <a:ext cx="66751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